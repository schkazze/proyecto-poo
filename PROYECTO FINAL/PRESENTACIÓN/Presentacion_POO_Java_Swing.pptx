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" y="-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54880" y="1645920"/>
            <a:ext cx="2651760" cy="365760"/>
          </a:xfrm>
          <a:prstGeom prst="roundRect">
            <a:avLst/>
          </a:prstGeom>
          <a:solidFill>
            <a:srgbClr val="1E3764"/>
          </a:solidFill>
          <a:ln w="12700">
            <a:solidFill>
              <a:srgbClr val="3C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0" y="17099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  <a:latin typeface="Calibri"/>
              </a:defRPr>
            </a:pPr>
            <a:r>
              <a:rPr lang="es-MX" dirty="0"/>
              <a:t>TALLER MECÁNICO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lang="es-EC" dirty="0"/>
              <a:t>Interfaces Gráficas Avanzadas</a:t>
            </a:r>
            <a:br>
              <a:rPr dirty="0"/>
            </a:br>
            <a:r>
              <a:rPr dirty="0"/>
              <a:t>en Java Swing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Calibri"/>
              </a:defRPr>
            </a:pPr>
            <a:r>
              <a:t>Desarrollo de Sistemas de Gestión y Conversión Multitarea (POO)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8C8C"/>
                </a:solidFill>
                <a:latin typeface="Calibri"/>
              </a:defRPr>
            </a:pPr>
            <a:r>
              <a:t>Proyecto Académico    •    Arquitectura de Software    •    Java Swing &amp; Maven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Calibri"/>
              </a:defRPr>
            </a:pPr>
            <a:r>
              <a:rPr dirty="0"/>
              <a:t>DIAPOSITIVA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Introducción</a:t>
            </a:r>
            <a:r>
              <a:rPr dirty="0"/>
              <a:t> al Proyecto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731520" y="1277619"/>
            <a:ext cx="4202914" cy="482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Objetivo principal: Desarrollar interfaces de usuario (GUI) robustas, interactivas y visualmente atractivas utilizando Java Swing y estilos de componentes personalizados mediante UIManager.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solidFill>
            <a:srgbClr val="19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36576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0469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  <a:latin typeface="Calibri"/>
              </a:defRPr>
            </a:pPr>
            <a:r>
              <a:t>El proyecto demuestra cómo una experiencia de usuario (UX) bien diseñada puede transformar sistemas de escritorio académicos en herramientas profesionales, aplicando principios de usabilidad, consistencia visual y retroalimentación inmediata.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Enfoque académico-profesional: Puente entre teoría de POO y práctica industrial.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Personalización total: Cada componente Swing se adapta a una paleta oscura uniforme.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Experiencia de usuario: Interacciones fluidas sin fricción para el usuario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Calibri"/>
              </a:defRPr>
            </a:pPr>
            <a:r>
              <a:t>DIAPOSITIVA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Arquitectura</a:t>
            </a:r>
            <a:r>
              <a:rPr dirty="0"/>
              <a:t> y </a:t>
            </a:r>
            <a:r>
              <a:rPr dirty="0" err="1"/>
              <a:t>Tecnologías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19" y="1325879"/>
            <a:ext cx="4580313" cy="457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164592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☕ Java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  <a:latin typeface="Calibri"/>
              </a:defRPr>
            </a:pPr>
            <a:r>
              <a:t>Lenguaje base con características modernas de la JVM.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200400" cy="164592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🖼️ Swing &amp; AWT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  <a:latin typeface="Calibri"/>
              </a:defRPr>
            </a:pPr>
            <a:r>
              <a:t>Frameworks gráficos para construcción de GUIs nativas.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200400" cy="164592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📦 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  <a:latin typeface="Calibri"/>
              </a:defRPr>
            </a:pPr>
            <a:r>
              <a:t>Gestión de dependencias y empaquetamiento en .jar ejecutable.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solidFill>
            <a:srgbClr val="19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36576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657600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  <a:latin typeface="Calibri"/>
              </a:defRPr>
            </a:pPr>
            <a:r>
              <a:t>Estilo unificado con UIManager: Se forzó una paleta oscura consistente en todos los paneles, botones, tablas, campos de texto y bordes, garantizando coherencia visual en toda la aplicación sin importar el sistema operativo subyacente.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Calibri"/>
              </a:defRPr>
            </a:pPr>
            <a:r>
              <a:t>DIAPOSITIVA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Aplicación 1: Taller Mecánico Avanzado v1.0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79"/>
            <a:ext cx="7095744" cy="457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Propósito</a:t>
            </a:r>
            <a:r>
              <a:rPr dirty="0"/>
              <a:t>: </a:t>
            </a:r>
            <a:r>
              <a:rPr dirty="0" err="1"/>
              <a:t>Interfaz</a:t>
            </a:r>
            <a:r>
              <a:rPr dirty="0"/>
              <a:t> integral para el </a:t>
            </a:r>
            <a:r>
              <a:rPr dirty="0" err="1"/>
              <a:t>registro</a:t>
            </a:r>
            <a:r>
              <a:rPr dirty="0"/>
              <a:t>, </a:t>
            </a:r>
            <a:r>
              <a:rPr dirty="0" err="1"/>
              <a:t>actualización</a:t>
            </a:r>
            <a:r>
              <a:rPr dirty="0"/>
              <a:t>, </a:t>
            </a:r>
            <a:r>
              <a:rPr dirty="0" err="1"/>
              <a:t>eliminación</a:t>
            </a:r>
            <a:r>
              <a:rPr dirty="0"/>
              <a:t> y </a:t>
            </a:r>
            <a:r>
              <a:rPr dirty="0" err="1"/>
              <a:t>limpieza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en un </a:t>
            </a:r>
            <a:r>
              <a:rPr dirty="0" err="1"/>
              <a:t>sistema</a:t>
            </a:r>
            <a:r>
              <a:rPr dirty="0"/>
              <a:t> de taller de </a:t>
            </a:r>
            <a:r>
              <a:rPr dirty="0" err="1"/>
              <a:t>servicio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120640" cy="292608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📋 Estructura del Formulario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• Cédula / RUC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• Nombre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• Teléfono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• Correo Electrónico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5120640" cy="292608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240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🎨 Detalles de Interfaz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• Paneles con TitledBorder para agrupación 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• Fondos limpios y opacidades gestionadas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• Etiquetas 100% legibles sobre fondo marino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66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• Botones de acción rápida y visualmente diferenciados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Calibri"/>
              </a:defRPr>
            </a:pPr>
            <a:r>
              <a:t>DIAPOSITIVA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Aplicación 2: CALCULADORA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79"/>
            <a:ext cx="5437632" cy="457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Propósito: Herramienta de conversión en tiempo real de tres dimensiones distintas, organizada en un layout vertical de 3 columnas adyacentes de alta densidad visual (sin uso de pestañas).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383280" cy="256032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💰 V1 — Moneda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Conversión bidireccional entre Dólares (USD) y Euros (EUR) con tasas configurables.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94560"/>
            <a:ext cx="3383280" cy="256032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📏 V2 — Longitud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Conversión dinámica entre Kilómetros, Metros, Centímetros y Pulgadas.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194560"/>
            <a:ext cx="3383280" cy="256032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🌡️ V3 — Temperatura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Conversión directa y precisa entre Celsius (°C) y Fahrenheit (°F).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Calibri"/>
              </a:defRPr>
            </a:pPr>
            <a:r>
              <a:t>DIAPOSITIVA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Estructura de Control: CALCULADORA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577584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Diseño de cada columna: Flujo de interacción lineal y predecible para el usuario.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737360" cy="457200"/>
          </a:xfrm>
          <a:prstGeom prst="roundRect">
            <a:avLst/>
          </a:prstGeom>
          <a:solidFill>
            <a:srgbClr val="19325A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Introducir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103120"/>
            <a:ext cx="1737360" cy="457200"/>
          </a:xfrm>
          <a:prstGeom prst="roundRect">
            <a:avLst/>
          </a:prstGeom>
          <a:solidFill>
            <a:srgbClr val="19325A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2176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JComboBox Origen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103120"/>
            <a:ext cx="1737360" cy="457200"/>
          </a:xfrm>
          <a:prstGeom prst="roundRect">
            <a:avLst/>
          </a:prstGeom>
          <a:solidFill>
            <a:srgbClr val="00000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176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103120"/>
            <a:ext cx="1737360" cy="457200"/>
          </a:xfrm>
          <a:prstGeom prst="roundRect">
            <a:avLst/>
          </a:prstGeom>
          <a:solidFill>
            <a:srgbClr val="19325A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176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Destino Autocompletado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103120"/>
            <a:ext cx="1737360" cy="457200"/>
          </a:xfrm>
          <a:prstGeom prst="roundRect">
            <a:avLst/>
          </a:prstGeom>
          <a:solidFill>
            <a:srgbClr val="19325A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2176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Resultado Final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solidFill>
            <a:srgbClr val="19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2926080"/>
            <a:ext cx="36576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017520"/>
            <a:ext cx="10469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  <a:latin typeface="Calibri"/>
              </a:defRPr>
            </a:pPr>
            <a:r>
              <a:t>Acciones globales inferiores: Botones centrados de LIMPIAR (reseteo simultáneo de todas las entradas de las 3 columnas) y SALIR (cierre seguro del programa con confirmación implícita).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Calibri"/>
              </a:defRPr>
            </a:pPr>
            <a:r>
              <a:t>DIAPOSITIVA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65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Lógica del Sistema y </a:t>
            </a:r>
            <a:r>
              <a:rPr dirty="0" err="1"/>
              <a:t>Eventos</a:t>
            </a:r>
            <a:r>
              <a:rPr dirty="0"/>
              <a:t> en </a:t>
            </a:r>
            <a:r>
              <a:rPr dirty="0" err="1"/>
              <a:t>Tiempo</a:t>
            </a:r>
            <a:r>
              <a:rPr dirty="0"/>
              <a:t> Real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731520" y="1280161"/>
            <a:ext cx="7181088" cy="457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⚡ Cálculo Instantáneo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Sin botón 'Calcular'. La respuesta se produce automáticamente mediante: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DocumentListener — detecta escritura en tiempo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ActionListener — detecta cambios en JComboBox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🛡️ Robustez del 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Manejo de excepciones para estabilidad total: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NumberFormatException — captura texto inválido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Campos vacíos tratados como valor neutro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App nunca se cae por entrada inesperada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solidFill>
            <a:srgbClr val="19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36576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10469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  <a:latin typeface="Calibri"/>
              </a:defRPr>
            </a:pPr>
            <a:r>
              <a:t>Arquitectura de eventos: Cada columna opera de forma independiente pero comparte la misma lógica de escucha, demostrando reutilización de código mediante clases abstractas e interfaces en POO.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Calibri"/>
              </a:defRPr>
            </a:pPr>
            <a:r>
              <a:t>DIAPOSITIVA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Conclusiones y Compilación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4864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37744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Viabilidad de POO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La Programación Orientada a Objetos permite segmentar responsabilidades de forma clara: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Capa de interfaz (Swing)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Capa de lógica (modelos y conversores)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Capa de eventos (controladores)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120640" cy="2377440"/>
          </a:xfrm>
          <a:prstGeom prst="roundRect">
            <a:avLst/>
          </a:prstGeom>
          <a:solidFill>
            <a:srgbClr val="142A4E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📦 Distribución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Proceso de empaquetamiento portable: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Maven Assembly Plugin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88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Artefactos de IntelliJ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Archivo .jar ejecutable autónomo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Calibri"/>
              </a:defRPr>
            </a:pPr>
            <a:r>
              <a:t>• Dependencias incluidas (fat-jar)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10698480" cy="1005840"/>
          </a:xfrm>
          <a:prstGeom prst="rect">
            <a:avLst/>
          </a:prstGeom>
          <a:solidFill>
            <a:srgbClr val="19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36576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  <a:latin typeface="Calibri"/>
              </a:defRPr>
            </a:pPr>
            <a:r>
              <a:t>Resultado: Dos aplicaciones de escritorio profesionales, visualmente coherentes y técnicamente robustas, listas para distribución como archivos .jar independientes en cualquier entorno con JVM.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663</Words>
  <Application>Microsoft Office PowerPoint</Application>
  <PresentationFormat>Panorámica</PresentationFormat>
  <Paragraphs>81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Jahir Alexander Criollo Solano</cp:lastModifiedBy>
  <cp:revision>4</cp:revision>
  <dcterms:created xsi:type="dcterms:W3CDTF">2013-01-27T09:14:16Z</dcterms:created>
  <dcterms:modified xsi:type="dcterms:W3CDTF">2026-07-24T13:43:08Z</dcterms:modified>
  <cp:category/>
</cp:coreProperties>
</file>